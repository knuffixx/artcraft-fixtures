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10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600">
          <a:solidFill>
            <a:schemeClr val="tx1"/>
          </a:solidFill>
          <a:latin typeface="+mj-lt"/>
        </a:defRPr>
      </a:lvl1pPr>
    </p:titleStyle>
    <p:bodyStyle>
      <a:lvl1pPr>
        <a:defRPr sz="20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ase A"/>
          <p:cNvSpPr txBox="1"/>
          <p:nvPr/>
        </p:nvSpPr>
        <p:spPr>
          <a:xfrm>
            <a:off x="127000" y="762000"/>
            <a:ext cx="2794000" cy="5588000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000" dirty="0">
                <a:latin typeface="Arial"/>
              </a:rPr>
              <a:t>A1 40pt</a:t>
            </a:r>
            <a:br>
              <a:rPr lang="en-US" sz="4000" dirty="0">
                <a:latin typeface="Arial"/>
              </a:rPr>
            </a:br>
            <a:br>
              <a:rPr lang="en-US" sz="1000" dirty="0">
                <a:latin typeface="Arial"/>
              </a:rPr>
            </a:br>
            <a:r>
              <a:rPr lang="en-US" sz="4000" dirty="0">
                <a:latin typeface="Arial"/>
              </a:rPr>
              <a:t>A2 40pt</a:t>
            </a:r>
          </a:p>
        </p:txBody>
      </p:sp>
      <p:sp>
        <p:nvSpPr>
          <p:cNvPr id="3" name="Case B"/>
          <p:cNvSpPr txBox="1"/>
          <p:nvPr/>
        </p:nvSpPr>
        <p:spPr>
          <a:xfrm>
            <a:off x="3175000" y="762000"/>
            <a:ext cx="2794000" cy="5588000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000" dirty="0">
                <a:latin typeface="Arial"/>
              </a:rPr>
              <a:t>B1 40pt</a:t>
            </a:r>
            <a:br>
              <a:rPr lang="en-US" sz="4000" dirty="0">
                <a:latin typeface="Arial"/>
              </a:rPr>
            </a:br>
            <a:endParaRPr lang="en-US" sz="1000" dirty="0">
              <a:latin typeface="Arial"/>
            </a:endParaRPr>
          </a:p>
          <a:p>
            <a:r>
              <a:rPr lang="en-US" sz="4000" dirty="0">
                <a:latin typeface="Arial"/>
              </a:rPr>
              <a:t>B2 40pt</a:t>
            </a:r>
          </a:p>
        </p:txBody>
      </p:sp>
      <p:sp>
        <p:nvSpPr>
          <p:cNvPr id="4" name="Case C"/>
          <p:cNvSpPr txBox="1"/>
          <p:nvPr/>
        </p:nvSpPr>
        <p:spPr>
          <a:xfrm>
            <a:off x="6223000" y="762000"/>
            <a:ext cx="2794000" cy="5588000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2000" dirty="0">
                <a:latin typeface="Arial"/>
              </a:rPr>
              <a:t>C1 20pt</a:t>
            </a:r>
            <a:br>
              <a:rPr lang="en-US" sz="2000" dirty="0">
                <a:latin typeface="Arial"/>
              </a:rPr>
            </a:br>
            <a:br>
              <a:rPr lang="en-US" sz="6000" dirty="0">
                <a:latin typeface="Arial"/>
              </a:rPr>
            </a:br>
            <a:r>
              <a:rPr lang="en-US" sz="2000" dirty="0">
                <a:latin typeface="Arial"/>
              </a:rPr>
              <a:t>C2 20pt</a:t>
            </a:r>
          </a:p>
        </p:txBody>
      </p:sp>
      <p:sp>
        <p:nvSpPr>
          <p:cNvPr id="5" name="Case D"/>
          <p:cNvSpPr txBox="1"/>
          <p:nvPr/>
        </p:nvSpPr>
        <p:spPr>
          <a:xfrm>
            <a:off x="9271000" y="762000"/>
            <a:ext cx="2794000" cy="5588000"/>
          </a:xfrm>
          <a:prstGeom prst="rect">
            <a:avLst/>
          </a:prstGeom>
          <a:noFill/>
          <a:ln w="12700">
            <a:solidFill>
              <a:srgbClr val="9CA3AF"/>
            </a:solidFill>
          </a:ln>
        </p:spPr>
        <p:txBody>
          <a:bodyPr wrap="square" lIns="0" tIns="0" rIns="0" bIns="0" anchor="t">
            <a:noAutofit/>
          </a:bodyPr>
          <a:lstStyle/>
          <a:p>
            <a:r>
              <a:rPr lang="en-US" sz="4000" dirty="0">
                <a:latin typeface="Arial"/>
              </a:rPr>
              <a:t>D1 40pt</a:t>
            </a:r>
          </a:p>
          <a:p>
            <a:endParaRPr lang="en-US" sz="1000" dirty="0">
              <a:latin typeface="Arial"/>
            </a:endParaRPr>
          </a:p>
          <a:p>
            <a:r>
              <a:rPr lang="en-US" sz="4000" dirty="0">
                <a:latin typeface="Arial"/>
              </a:rPr>
              <a:t>D2 40pt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Fixture">
  <a:themeElements>
    <a:clrScheme name="Fixture">
      <a:dk1>
        <a:srgbClr val="000000"/>
      </a:dk1>
      <a:lt1>
        <a:srgbClr val="FFFFFF"/>
      </a:lt1>
      <a:dk2>
        <a:srgbClr val="1F2937"/>
      </a:dk2>
      <a:lt2>
        <a:srgbClr val="E5E7EB"/>
      </a:lt2>
      <a:accent1>
        <a:srgbClr val="2563EB"/>
      </a:accent1>
      <a:accent2>
        <a:srgbClr val="DC2626"/>
      </a:accent2>
      <a:accent3>
        <a:srgbClr val="16A34A"/>
      </a:accent3>
      <a:accent4>
        <a:srgbClr val="CA8A04"/>
      </a:accent4>
      <a:accent5>
        <a:srgbClr val="7C3AED"/>
      </a:accent5>
      <a:accent6>
        <a:srgbClr val="0891B2"/>
      </a:accent6>
      <a:hlink>
        <a:srgbClr val="1D4ED8"/>
      </a:hlink>
      <a:folHlink>
        <a:srgbClr val="6D28D9"/>
      </a:folHlink>
    </a:clrScheme>
    <a:fontScheme name="Fixture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Fixtur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artcraft-fixtures (hand-written OOXML)</Application>
  <Slides>1</Slides>
</Properties>
</file>