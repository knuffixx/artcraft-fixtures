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embeddings/Microsoft_Excel_Worksheet.xlsx" ContentType="application/vnd.openxmlformats-officedocument.spreadsheetml.sheet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600">
          <a:solidFill>
            <a:schemeClr val="tx1"/>
          </a:solidFill>
          <a:latin typeface="+mj-lt"/>
        </a:defRPr>
      </a:lvl1pPr>
    </p:titleStyle>
    <p:bodyStyle>
      <a:lvl1pPr>
        <a:defRPr sz="20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package" Target="../embeddings/Microsoft_Excel_Worksheet.xlsx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r>
              <a:rPr lang="en-US" sz="2800" dirty="0"/>
              <a:t>Embedded worksheet (A3 = SUM(A1:A2) = 100)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810000" y="2286000"/>
          <a:ext cx="4572000" cy="2286000"/>
        </p:xfrm>
        <a:graphic>
          <a:graphicData uri="http://schemas.openxmlformats.org/presentationml/2006/ole">
            <p:oleObj name="Worksheet" r:id="rId2" imgW="4572000" imgH="2286000" progId="Excel.Sheet.12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810000" y="2286000"/>
                    <a:ext cx="4572000" cy="2286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ixture">
  <a:themeElements>
    <a:clrScheme name="Fixtur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7C3AED"/>
      </a:accent5>
      <a:accent6>
        <a:srgbClr val="0891B2"/>
      </a:accent6>
      <a:hlink>
        <a:srgbClr val="1D4ED8"/>
      </a:hlink>
      <a:folHlink>
        <a:srgbClr val="6D28D9"/>
      </a:folHlink>
    </a:clrScheme>
    <a:fontScheme name="Fixtur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artcraft-fixtures (hand-written OOXML)</Application>
  <Slides>1</Slides>
</Properties>
</file>